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8"/>
  </p:notesMasterIdLst>
  <p:handoutMasterIdLst>
    <p:handoutMasterId r:id="rId19"/>
  </p:handoutMasterIdLst>
  <p:sldIdLst>
    <p:sldId id="257" r:id="rId2"/>
    <p:sldId id="259" r:id="rId3"/>
    <p:sldId id="260" r:id="rId4"/>
    <p:sldId id="261" r:id="rId5"/>
    <p:sldId id="262" r:id="rId6"/>
    <p:sldId id="270" r:id="rId7"/>
    <p:sldId id="263" r:id="rId8"/>
    <p:sldId id="274" r:id="rId9"/>
    <p:sldId id="264" r:id="rId10"/>
    <p:sldId id="266" r:id="rId11"/>
    <p:sldId id="268" r:id="rId12"/>
    <p:sldId id="269" r:id="rId13"/>
    <p:sldId id="272" r:id="rId14"/>
    <p:sldId id="265" r:id="rId15"/>
    <p:sldId id="273" r:id="rId16"/>
    <p:sldId id="267" r:id="rId17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60543F-C6AC-4A94-9181-2A0B47128E40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B4411EF-09CB-4E62-A9ED-59F7AB2BB401}" type="datetime1">
              <a:rPr lang="de-DE" smtClean="0"/>
              <a:t>27.04.2026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roboteducation.github.io/create3_docs/hw/overview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>
                <a:hlinkClick r:id="rId3"/>
              </a:rPr>
              <a:t>Overview</a:t>
            </a:r>
            <a:r>
              <a:rPr lang="de-DE" dirty="0">
                <a:hlinkClick r:id="rId3"/>
              </a:rPr>
              <a:t> - Create® 3 Docs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picutre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B4411EF-09CB-4E62-A9ED-59F7AB2BB401}" type="datetime1">
              <a:rPr lang="de-DE" smtClean="0"/>
              <a:t>27.04.2026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83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de-DE"/>
              <a:t>Master-Untertitelformat bearbeiten</a:t>
            </a:r>
            <a:endParaRPr lang="en-US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58F8EF-9461-4DB5-8DE8-65F0C8AF5E0D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E6A76B-C923-49BD-ABE7-ADE768C6F571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334EC-5459-4A98-AF88-01FD6D7BAF68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F56688-ED28-473C-871E-9EEF4BB0D1F0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110680-7D80-41F3-804A-113A4CB11D73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F7112-C41D-45A5-B762-BC15064583EE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1CFE5CD5-4320-48E9-85AB-4E68C78D0837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4B989E5A-44CF-486A-A324-E4C01361A073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B84E5B-C9E8-4DB6-BA34-0E271B709DFA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50C74D-3EC7-4807-8009-B91685601A76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de"/>
              <a:t>Textmasterformate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C5518B76-3D47-40C3-B678-8969E3806FFF}" type="datetime1">
              <a:rPr lang="de-DE" smtClean="0"/>
              <a:t>27.04.2026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iroboteducation.github.io/create3_doc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hteck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7827" y="639097"/>
            <a:ext cx="5830042" cy="3686015"/>
          </a:xfrm>
        </p:spPr>
        <p:txBody>
          <a:bodyPr rtlCol="0">
            <a:normAutofit/>
          </a:bodyPr>
          <a:lstStyle/>
          <a:p>
            <a:pPr rtl="0"/>
            <a:r>
              <a:rPr lang="de" sz="7200" dirty="0"/>
              <a:t>Introduciton to mobile Robotics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4175" y="4672739"/>
            <a:ext cx="5414925" cy="1021498"/>
          </a:xfrm>
        </p:spPr>
        <p:txBody>
          <a:bodyPr rtlCol="0">
            <a:normAutofit fontScale="70000" lnSpcReduction="20000"/>
          </a:bodyPr>
          <a:lstStyle/>
          <a:p>
            <a:pPr rtl="0"/>
            <a:r>
              <a:rPr lang="de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Project – 2026</a:t>
            </a:r>
          </a:p>
          <a:p>
            <a:pPr rtl="0"/>
            <a:r>
              <a:rPr lang="d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Tatiana, Laura Gómez, Daniel Gebauer</a:t>
            </a:r>
            <a:endParaRPr lang="de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 4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91679"/>
            <a:ext cx="6047828" cy="434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FACBAD-C713-ADA3-A7B6-A961BA49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 </a:t>
            </a:r>
            <a:r>
              <a:rPr lang="de-DE" dirty="0" err="1"/>
              <a:t>of</a:t>
            </a:r>
            <a:r>
              <a:rPr lang="de-DE" dirty="0"/>
              <a:t> Contents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BE4336-988E-24F3-8884-A309346A1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3200" dirty="0"/>
              <a:t>Project Definition</a:t>
            </a:r>
          </a:p>
          <a:p>
            <a:pPr marL="0" indent="0">
              <a:buNone/>
            </a:pPr>
            <a:r>
              <a:rPr lang="de-DE" sz="3200" dirty="0"/>
              <a:t>Architecture</a:t>
            </a:r>
          </a:p>
          <a:p>
            <a:pPr marL="0" indent="0">
              <a:buNone/>
            </a:pPr>
            <a:r>
              <a:rPr lang="de-DE" sz="3200" dirty="0" err="1"/>
              <a:t>Implementaiton</a:t>
            </a:r>
            <a:endParaRPr lang="de-DE" sz="3200" dirty="0"/>
          </a:p>
          <a:p>
            <a:r>
              <a:rPr lang="de-DE" sz="3200" dirty="0" err="1"/>
              <a:t>Results</a:t>
            </a:r>
            <a:endParaRPr lang="de-DE" sz="3200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F2F182-EE19-B919-F766-9698B1EF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237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E1D76C-B29B-DF10-DABC-B6EFB558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Defintion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617A2C-78AA-C1D2-B4C0-6337048C4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goals</a:t>
            </a:r>
            <a:r>
              <a:rPr lang="de-DE" dirty="0"/>
              <a:t> and </a:t>
            </a:r>
            <a:r>
              <a:rPr lang="de-DE" dirty="0" err="1"/>
              <a:t>Requirements</a:t>
            </a:r>
            <a:r>
              <a:rPr lang="de-DE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95EC98-173A-804A-0AE4-3B62C3B6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EE6A76B-C923-49BD-ABE7-ADE768C6F571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95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B8E8F-024B-CFBD-4D24-020E5BD8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Desired</a:t>
            </a:r>
            <a:r>
              <a:rPr lang="de-DE" dirty="0"/>
              <a:t> </a:t>
            </a:r>
            <a:r>
              <a:rPr lang="de-DE" dirty="0" err="1"/>
              <a:t>Behaviour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8EEAD8-F43B-003D-EC63-B1300C959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36615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Initial Boot &amp; Undocking</a:t>
            </a:r>
            <a:endParaRPr lang="en-US" sz="2400" dirty="0"/>
          </a:p>
          <a:p>
            <a:r>
              <a:rPr lang="en-US" sz="2400" b="1" dirty="0"/>
              <a:t>Autonomous Exploration</a:t>
            </a:r>
            <a:endParaRPr lang="en-US" sz="2400" dirty="0"/>
          </a:p>
          <a:p>
            <a:r>
              <a:rPr lang="en-US" sz="2400" b="1" dirty="0"/>
              <a:t>Proportional Obstacle Avoidance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AWARE zone: slowdown. WARNING zone: braking CLOSE zone: stop and turn</a:t>
            </a:r>
          </a:p>
          <a:p>
            <a:r>
              <a:rPr lang="en-US" sz="2400" b="1" dirty="0"/>
              <a:t>Hazard Recovery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Recover from bumper contact with obstacle</a:t>
            </a:r>
          </a:p>
          <a:p>
            <a:r>
              <a:rPr lang="en-US" sz="2400" b="1" dirty="0"/>
              <a:t>Timed Return-to-Dock</a:t>
            </a:r>
          </a:p>
          <a:p>
            <a:r>
              <a:rPr lang="en-US" sz="2400" b="1" dirty="0"/>
              <a:t>Human Override: </a:t>
            </a:r>
          </a:p>
          <a:p>
            <a:pPr lvl="1"/>
            <a:r>
              <a:rPr lang="en-US" sz="2000" dirty="0"/>
              <a:t>TELEOP for manual control 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110F5C-41F7-0C71-B220-67CB1A51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7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E73EC-E613-4A2D-B87E-002BB37D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02AFBB-FF66-BFC9-6EBD-458BEDB20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Decisions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03AC8-DAC2-71AE-83A8-604C5669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EE6A76B-C923-49BD-ABE7-ADE768C6F571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07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2CF690-5707-748C-F250-B19D4981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E7F7112-C41D-45A5-B762-BC15064583EE}" type="datetime1">
              <a:rPr lang="de-DE" smtClean="0"/>
              <a:t>27.04.2026</a:t>
            </a:fld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A3F15B8-69AB-9C17-2E6F-5F517C890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66" y="378972"/>
            <a:ext cx="6569009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19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688368-7E31-42EC-0D92-87E716F0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Decisions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C67758-1344-CEEA-2CDB-F8300C376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2 Node </a:t>
            </a:r>
            <a:r>
              <a:rPr lang="de-DE" sz="2400" dirty="0" err="1"/>
              <a:t>achitecture</a:t>
            </a:r>
            <a:r>
              <a:rPr lang="de-DE" sz="2400" dirty="0"/>
              <a:t>:</a:t>
            </a:r>
          </a:p>
          <a:p>
            <a:pPr lvl="1"/>
            <a:r>
              <a:rPr lang="de-DE" sz="2000" dirty="0"/>
              <a:t>Manual </a:t>
            </a:r>
            <a:r>
              <a:rPr lang="de-DE" sz="2000" dirty="0" err="1"/>
              <a:t>control</a:t>
            </a:r>
            <a:endParaRPr lang="de-DE" sz="2000" dirty="0"/>
          </a:p>
          <a:p>
            <a:pPr lvl="1"/>
            <a:r>
              <a:rPr lang="de-DE" sz="2000" dirty="0"/>
              <a:t>Exploration and </a:t>
            </a:r>
            <a:r>
              <a:rPr lang="de-DE" sz="2000" dirty="0" err="1"/>
              <a:t>obstactle</a:t>
            </a:r>
            <a:r>
              <a:rPr lang="de-DE" sz="2000" dirty="0"/>
              <a:t> </a:t>
            </a:r>
            <a:r>
              <a:rPr lang="de-DE" sz="2000" dirty="0" err="1"/>
              <a:t>avoidance</a:t>
            </a:r>
            <a:endParaRPr lang="de-DE" sz="2000" dirty="0"/>
          </a:p>
          <a:p>
            <a:r>
              <a:rPr lang="de-DE" sz="2400" dirty="0"/>
              <a:t>Communication via </a:t>
            </a:r>
            <a:r>
              <a:rPr lang="de-DE" sz="2400" dirty="0" err="1"/>
              <a:t>topics</a:t>
            </a:r>
            <a:endParaRPr lang="de-DE" sz="2400" dirty="0"/>
          </a:p>
          <a:p>
            <a:pPr lvl="1"/>
            <a:r>
              <a:rPr lang="de-DE" sz="2000" dirty="0" err="1"/>
              <a:t>Subsciber</a:t>
            </a:r>
            <a:r>
              <a:rPr lang="de-DE" sz="2000" dirty="0"/>
              <a:t> and </a:t>
            </a:r>
            <a:r>
              <a:rPr lang="de-DE" sz="2000" dirty="0" err="1"/>
              <a:t>publisher</a:t>
            </a:r>
            <a:endParaRPr lang="de-DE" sz="2000" dirty="0"/>
          </a:p>
          <a:p>
            <a:pPr lvl="1"/>
            <a:r>
              <a:rPr lang="de-DE" sz="2000" dirty="0"/>
              <a:t>Organisation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communication</a:t>
            </a:r>
            <a:endParaRPr lang="de-DE" sz="2000" dirty="0"/>
          </a:p>
          <a:p>
            <a:pPr lvl="1"/>
            <a:r>
              <a:rPr lang="de-DE" sz="2000" dirty="0"/>
              <a:t>Callback </a:t>
            </a:r>
            <a:r>
              <a:rPr lang="de-DE" sz="2000" dirty="0" err="1"/>
              <a:t>methods</a:t>
            </a:r>
            <a:r>
              <a:rPr lang="de-DE" sz="2000" dirty="0"/>
              <a:t> on </a:t>
            </a:r>
            <a:r>
              <a:rPr lang="de-DE" sz="2000" dirty="0" err="1"/>
              <a:t>message</a:t>
            </a:r>
            <a:r>
              <a:rPr lang="de-DE" sz="2000" dirty="0"/>
              <a:t> </a:t>
            </a:r>
            <a:r>
              <a:rPr lang="de-DE" sz="2000" dirty="0" err="1"/>
              <a:t>receive</a:t>
            </a:r>
            <a:endParaRPr lang="de-DE" sz="20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95ABF8-D960-481B-DC30-3FCD4A00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BE6117-9525-ED49-BB14-602D3269A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Decisions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A505DB-B948-E4A8-C9FA-DE39E1584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Global State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Explorer</a:t>
            </a:r>
          </a:p>
          <a:p>
            <a:pPr lvl="1"/>
            <a:r>
              <a:rPr lang="de-DE" sz="2000" dirty="0"/>
              <a:t>Easy </a:t>
            </a:r>
            <a:r>
              <a:rPr lang="de-DE" sz="2000" dirty="0" err="1"/>
              <a:t>conditional</a:t>
            </a:r>
            <a:r>
              <a:rPr lang="de-DE" sz="2000" dirty="0"/>
              <a:t> </a:t>
            </a:r>
            <a:r>
              <a:rPr lang="de-DE" sz="2000" dirty="0" err="1"/>
              <a:t>Behaviour</a:t>
            </a:r>
            <a:endParaRPr lang="de-DE" sz="2000" dirty="0"/>
          </a:p>
          <a:p>
            <a:pPr lvl="1"/>
            <a:r>
              <a:rPr lang="de-DE" sz="2000" dirty="0" err="1"/>
              <a:t>Extendable</a:t>
            </a:r>
            <a:r>
              <a:rPr lang="de-DE" sz="2000" dirty="0"/>
              <a:t> </a:t>
            </a:r>
            <a:r>
              <a:rPr lang="de-DE" sz="2000" dirty="0" err="1"/>
              <a:t>framework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additional </a:t>
            </a:r>
            <a:r>
              <a:rPr lang="de-DE" sz="2000" dirty="0" err="1"/>
              <a:t>features</a:t>
            </a:r>
            <a:endParaRPr lang="de-DE" sz="20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90CC32-8B2D-3DBC-B7EA-4DEC4A7D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4AC4866-ED29-7921-32EF-6CD426258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143" y="3741516"/>
            <a:ext cx="8335569" cy="223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86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0FA4B-F3F1-975F-E6D5-68E1EE85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20B3B4-0ACA-A7F8-6817-79BE0566D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38F606-A4AA-A3BE-CF09-FD8CBEB53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EE6A76B-C923-49BD-ABE7-ADE768C6F571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3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2DF15E-72B2-0640-761D-9C250FEF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Obstacle </a:t>
            </a:r>
            <a:r>
              <a:rPr lang="de-DE" dirty="0" err="1"/>
              <a:t>Avoidance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3F470D-8B66-657F-74FA-51040BAE1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sz="2400" dirty="0" err="1"/>
              <a:t>Subscribe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ir</a:t>
            </a:r>
            <a:r>
              <a:rPr lang="de-DE" sz="2400" dirty="0"/>
              <a:t>-sensor </a:t>
            </a:r>
            <a:r>
              <a:rPr lang="de-DE" sz="2400" dirty="0" err="1"/>
              <a:t>topic</a:t>
            </a: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On </a:t>
            </a:r>
            <a:r>
              <a:rPr lang="de-DE" sz="2400" dirty="0" err="1"/>
              <a:t>message</a:t>
            </a:r>
            <a:r>
              <a:rPr lang="de-DE" sz="2400" dirty="0"/>
              <a:t> </a:t>
            </a:r>
            <a:r>
              <a:rPr lang="de-DE" sz="2400" dirty="0" err="1"/>
              <a:t>arrival</a:t>
            </a:r>
            <a:r>
              <a:rPr lang="de-DE" sz="2400" dirty="0"/>
              <a:t>, </a:t>
            </a:r>
            <a:r>
              <a:rPr lang="de-DE" sz="2400" dirty="0" err="1"/>
              <a:t>execute</a:t>
            </a:r>
            <a:r>
              <a:rPr lang="de-DE" sz="2400" dirty="0"/>
              <a:t> </a:t>
            </a:r>
            <a:r>
              <a:rPr lang="de-DE" sz="2400" dirty="0" err="1"/>
              <a:t>obstacle</a:t>
            </a:r>
            <a:r>
              <a:rPr lang="de-DE" sz="2400" dirty="0"/>
              <a:t> check: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 dirty="0"/>
              <a:t>7 different </a:t>
            </a:r>
            <a:r>
              <a:rPr lang="de-DE" sz="2000" dirty="0" err="1"/>
              <a:t>sensors</a:t>
            </a:r>
            <a:endParaRPr lang="de-DE" sz="2000" dirty="0"/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 dirty="0"/>
              <a:t>Check </a:t>
            </a:r>
            <a:r>
              <a:rPr lang="de-DE" sz="2000" dirty="0" err="1"/>
              <a:t>returns</a:t>
            </a:r>
            <a:r>
              <a:rPr lang="de-DE" sz="2000" dirty="0"/>
              <a:t> </a:t>
            </a:r>
            <a:r>
              <a:rPr lang="de-DE" sz="2000" dirty="0" err="1"/>
              <a:t>against</a:t>
            </a:r>
            <a:r>
              <a:rPr lang="de-DE" sz="2000" dirty="0"/>
              <a:t> </a:t>
            </a:r>
            <a:r>
              <a:rPr lang="de-DE" sz="2000" dirty="0" err="1"/>
              <a:t>threshold</a:t>
            </a:r>
            <a:endParaRPr lang="de-DE" sz="2000" dirty="0"/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 dirty="0" err="1"/>
              <a:t>Determine</a:t>
            </a:r>
            <a:r>
              <a:rPr lang="de-DE" sz="2000" dirty="0"/>
              <a:t> </a:t>
            </a:r>
            <a:r>
              <a:rPr lang="de-DE" sz="2000" dirty="0" err="1"/>
              <a:t>direction</a:t>
            </a:r>
            <a:r>
              <a:rPr lang="de-DE" sz="2000" dirty="0"/>
              <a:t> </a:t>
            </a:r>
            <a:r>
              <a:rPr lang="de-DE" sz="2000" dirty="0" err="1"/>
              <a:t>from</a:t>
            </a:r>
            <a:r>
              <a:rPr lang="de-DE" sz="2000" dirty="0"/>
              <a:t> </a:t>
            </a:r>
            <a:r>
              <a:rPr lang="de-DE" sz="2000" dirty="0" err="1"/>
              <a:t>sensor</a:t>
            </a:r>
            <a:r>
              <a:rPr lang="de-DE" sz="2000" dirty="0"/>
              <a:t> </a:t>
            </a:r>
            <a:r>
              <a:rPr lang="de-DE" sz="2000" dirty="0" err="1"/>
              <a:t>position</a:t>
            </a:r>
            <a:endParaRPr lang="de-DE" sz="2000" dirty="0"/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On </a:t>
            </a:r>
            <a:r>
              <a:rPr lang="de-DE" sz="2400" dirty="0" err="1"/>
              <a:t>detection</a:t>
            </a:r>
            <a:r>
              <a:rPr lang="de-DE" sz="2400" dirty="0"/>
              <a:t> </a:t>
            </a:r>
            <a:r>
              <a:rPr lang="de-DE" sz="2400" dirty="0" err="1"/>
              <a:t>initiate</a:t>
            </a:r>
            <a:r>
              <a:rPr lang="de-DE" sz="2400" dirty="0"/>
              <a:t> </a:t>
            </a:r>
            <a:r>
              <a:rPr lang="de-DE" sz="2400" dirty="0" err="1"/>
              <a:t>avoidance</a:t>
            </a:r>
            <a:endParaRPr lang="de-DE" sz="2400" dirty="0"/>
          </a:p>
          <a:p>
            <a:pPr>
              <a:buFont typeface="Symbol" panose="05050102010706020507" pitchFamily="18" charset="2"/>
              <a:buChar char="-"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A613E5-D0D7-16A9-A1CC-C382989E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B4EC3E2-92F8-DD93-6583-727C117AE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776" y="2108201"/>
            <a:ext cx="4842490" cy="376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8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14B2E3-2333-2C91-EFA6-0DC6115D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Manual Control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35E374-8517-F90D-2E45-1E7E3F441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 err="1"/>
              <a:t>keyboard</a:t>
            </a:r>
            <a:r>
              <a:rPr lang="de-DE" sz="2000" dirty="0"/>
              <a:t> </a:t>
            </a:r>
            <a:r>
              <a:rPr lang="de-DE" sz="2000" dirty="0" err="1"/>
              <a:t>logger</a:t>
            </a:r>
            <a:r>
              <a:rPr lang="de-DE" sz="2000" dirty="0"/>
              <a:t> </a:t>
            </a:r>
            <a:r>
              <a:rPr lang="de-DE" sz="2000" dirty="0" err="1"/>
              <a:t>running</a:t>
            </a:r>
            <a:r>
              <a:rPr lang="de-DE" sz="2000" dirty="0"/>
              <a:t> </a:t>
            </a:r>
            <a:r>
              <a:rPr lang="de-DE" sz="2000" dirty="0" err="1"/>
              <a:t>constantly</a:t>
            </a:r>
            <a:endParaRPr lang="de-DE" sz="2000" dirty="0"/>
          </a:p>
          <a:p>
            <a:r>
              <a:rPr lang="de-DE" sz="2000" dirty="0"/>
              <a:t>On </a:t>
            </a:r>
            <a:r>
              <a:rPr lang="de-DE" sz="2000" dirty="0" err="1"/>
              <a:t>interrupt</a:t>
            </a:r>
            <a:r>
              <a:rPr lang="de-DE" sz="2000" dirty="0"/>
              <a:t>:</a:t>
            </a:r>
          </a:p>
          <a:p>
            <a:pPr lvl="1"/>
            <a:r>
              <a:rPr lang="de-DE" sz="1800" dirty="0"/>
              <a:t> </a:t>
            </a:r>
            <a:r>
              <a:rPr lang="de-DE" sz="1800" dirty="0" err="1"/>
              <a:t>sent</a:t>
            </a:r>
            <a:r>
              <a:rPr lang="de-DE" sz="1800" dirty="0"/>
              <a:t> </a:t>
            </a:r>
            <a:r>
              <a:rPr lang="de-DE" sz="1800" dirty="0" err="1"/>
              <a:t>message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change</a:t>
            </a:r>
            <a:r>
              <a:rPr lang="de-DE" sz="1800" dirty="0"/>
              <a:t> </a:t>
            </a:r>
            <a:r>
              <a:rPr lang="de-DE" sz="1800" dirty="0" err="1"/>
              <a:t>status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explorer</a:t>
            </a:r>
            <a:r>
              <a:rPr lang="de-DE" sz="1800" dirty="0"/>
              <a:t> </a:t>
            </a:r>
            <a:r>
              <a:rPr lang="de-DE" sz="1800" dirty="0" err="1"/>
              <a:t>node</a:t>
            </a:r>
            <a:endParaRPr lang="de-DE" sz="1800" dirty="0"/>
          </a:p>
          <a:p>
            <a:r>
              <a:rPr lang="de-DE" sz="2000" dirty="0"/>
              <a:t>In </a:t>
            </a:r>
            <a:r>
              <a:rPr lang="de-DE" sz="2000" dirty="0" err="1"/>
              <a:t>manual</a:t>
            </a:r>
            <a:r>
              <a:rPr lang="de-DE" sz="2000" dirty="0"/>
              <a:t> </a:t>
            </a:r>
            <a:r>
              <a:rPr lang="de-DE" sz="2000" dirty="0" err="1"/>
              <a:t>mode</a:t>
            </a:r>
            <a:r>
              <a:rPr lang="de-DE" sz="2000" dirty="0"/>
              <a:t>:</a:t>
            </a:r>
          </a:p>
          <a:p>
            <a:pPr lvl="1"/>
            <a:r>
              <a:rPr lang="de-DE" sz="1800" dirty="0"/>
              <a:t>Read </a:t>
            </a:r>
            <a:r>
              <a:rPr lang="de-DE" sz="1800" dirty="0" err="1"/>
              <a:t>commands</a:t>
            </a:r>
            <a:r>
              <a:rPr lang="de-DE" sz="1800" dirty="0"/>
              <a:t>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 err="1"/>
              <a:t>keystrokes</a:t>
            </a:r>
            <a:endParaRPr lang="de-DE" sz="1800" dirty="0"/>
          </a:p>
          <a:p>
            <a:pPr lvl="1"/>
            <a:r>
              <a:rPr lang="de-DE" sz="1800" dirty="0"/>
              <a:t>Relay </a:t>
            </a:r>
            <a:r>
              <a:rPr lang="de-DE" sz="1800" dirty="0" err="1"/>
              <a:t>commands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robot</a:t>
            </a:r>
            <a:endParaRPr lang="de-DE" sz="1800" dirty="0"/>
          </a:p>
          <a:p>
            <a:r>
              <a:rPr lang="de-DE" sz="2000" dirty="0"/>
              <a:t>Return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automatic</a:t>
            </a:r>
            <a:r>
              <a:rPr lang="de-DE" sz="2000" dirty="0"/>
              <a:t>:</a:t>
            </a:r>
          </a:p>
          <a:p>
            <a:pPr lvl="1"/>
            <a:r>
              <a:rPr lang="de-DE" sz="1800" dirty="0"/>
              <a:t>Change </a:t>
            </a:r>
            <a:r>
              <a:rPr lang="de-DE" sz="1800" dirty="0" err="1"/>
              <a:t>mode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explorer</a:t>
            </a:r>
            <a:r>
              <a:rPr lang="de-DE" sz="1800" dirty="0"/>
              <a:t> </a:t>
            </a:r>
            <a:r>
              <a:rPr lang="de-DE" sz="1800" dirty="0" err="1"/>
              <a:t>node</a:t>
            </a:r>
            <a:endParaRPr lang="de-DE" sz="18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D3240B-256B-DA86-354F-478BC7FC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176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787A8A-A323-24CD-F914-2A5C6407B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Return </a:t>
            </a:r>
            <a:r>
              <a:rPr lang="de-DE" dirty="0" err="1"/>
              <a:t>to</a:t>
            </a:r>
            <a:r>
              <a:rPr lang="de-DE" dirty="0"/>
              <a:t> Dock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D948DF-352B-BFAE-2968-DA5A2534B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Final </a:t>
            </a:r>
            <a:r>
              <a:rPr lang="de-DE" dirty="0" err="1"/>
              <a:t>docking</a:t>
            </a:r>
            <a:r>
              <a:rPr lang="de-DE" dirty="0"/>
              <a:t> </a:t>
            </a:r>
            <a:r>
              <a:rPr lang="de-DE" dirty="0" err="1"/>
              <a:t>handled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docking</a:t>
            </a:r>
            <a:r>
              <a:rPr lang="de-DE" dirty="0"/>
              <a:t> </a:t>
            </a:r>
            <a:r>
              <a:rPr lang="de-DE" dirty="0" err="1"/>
              <a:t>server</a:t>
            </a:r>
            <a:endParaRPr lang="de-DE" dirty="0"/>
          </a:p>
          <a:p>
            <a:pPr lvl="1"/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in </a:t>
            </a:r>
            <a:r>
              <a:rPr lang="de-DE" dirty="0" err="1"/>
              <a:t>proximity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Station</a:t>
            </a:r>
          </a:p>
          <a:p>
            <a:r>
              <a:rPr lang="de-DE" dirty="0" err="1"/>
              <a:t>Navigate</a:t>
            </a:r>
            <a:r>
              <a:rPr lang="de-DE" dirty="0"/>
              <a:t> back </a:t>
            </a:r>
            <a:r>
              <a:rPr lang="de-DE" dirty="0" err="1"/>
              <a:t>to</a:t>
            </a:r>
            <a:r>
              <a:rPr lang="de-DE" dirty="0"/>
              <a:t> Dock</a:t>
            </a:r>
          </a:p>
          <a:p>
            <a:pPr lvl="1"/>
            <a:r>
              <a:rPr lang="de-DE" dirty="0" err="1"/>
              <a:t>Explore</a:t>
            </a:r>
            <a:r>
              <a:rPr lang="de-DE" dirty="0"/>
              <a:t> </a:t>
            </a:r>
            <a:r>
              <a:rPr lang="de-DE" dirty="0" err="1"/>
              <a:t>Until</a:t>
            </a:r>
            <a:r>
              <a:rPr lang="de-DE" dirty="0"/>
              <a:t> Dock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detected</a:t>
            </a:r>
            <a:endParaRPr lang="de-DE" dirty="0"/>
          </a:p>
          <a:p>
            <a:pPr lvl="1"/>
            <a:r>
              <a:rPr lang="de-DE" dirty="0"/>
              <a:t>Keep </a:t>
            </a:r>
            <a:r>
              <a:rPr lang="de-DE" dirty="0" err="1"/>
              <a:t>obstacle</a:t>
            </a:r>
            <a:r>
              <a:rPr lang="de-DE" dirty="0"/>
              <a:t> </a:t>
            </a:r>
            <a:r>
              <a:rPr lang="de-DE" dirty="0" err="1"/>
              <a:t>avoidance</a:t>
            </a:r>
            <a:r>
              <a:rPr lang="de-DE" dirty="0"/>
              <a:t> </a:t>
            </a:r>
            <a:r>
              <a:rPr lang="de-DE" dirty="0" err="1"/>
              <a:t>active</a:t>
            </a:r>
            <a:r>
              <a:rPr lang="de-DE" dirty="0"/>
              <a:t> on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dock </a:t>
            </a:r>
          </a:p>
          <a:p>
            <a:pPr lvl="1"/>
            <a:r>
              <a:rPr lang="de-DE" dirty="0" err="1"/>
              <a:t>Seperate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keep</a:t>
            </a:r>
            <a:r>
              <a:rPr lang="de-DE" dirty="0"/>
              <a:t> tack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docking</a:t>
            </a:r>
            <a:r>
              <a:rPr lang="de-DE" dirty="0"/>
              <a:t> </a:t>
            </a:r>
            <a:r>
              <a:rPr lang="de-DE" dirty="0" err="1"/>
              <a:t>goal</a:t>
            </a:r>
            <a:endParaRPr lang="de-DE" dirty="0"/>
          </a:p>
          <a:p>
            <a:r>
              <a:rPr lang="de-DE" dirty="0"/>
              <a:t>Manual </a:t>
            </a:r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accelerated</a:t>
            </a:r>
            <a:r>
              <a:rPr lang="de-DE" dirty="0"/>
              <a:t> </a:t>
            </a:r>
            <a:r>
              <a:rPr lang="de-DE" dirty="0" err="1"/>
              <a:t>docking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0959F2-9315-7A3E-0694-20309218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9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60B0F-2DE1-B284-1B07-1AF69354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LED Status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172DB7-0DF3-2F56-7401-DF5C243C2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Indicate</a:t>
            </a:r>
            <a:r>
              <a:rPr lang="de-DE" dirty="0"/>
              <a:t> Status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Robot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9BC980-7462-86C3-8549-9CBAA84E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D6530E5-5598-AE7F-5026-DF6CBE8E1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987" y="2476829"/>
            <a:ext cx="6406289" cy="354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2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94CEB2-BCD4-BC50-FE85-EE79EC23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EFEF50-BADD-3C63-3E6E-26A875AA0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Demonstration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E5FB8D-DE96-F337-1D30-D8F43C38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EE6A76B-C923-49BD-ABE7-ADE768C6F571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26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492F6-1675-C00E-2294-ED32E7B9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Anyone</a:t>
            </a:r>
            <a:r>
              <a:rPr lang="de-DE" dirty="0"/>
              <a:t> </a:t>
            </a:r>
            <a:r>
              <a:rPr lang="de-DE" dirty="0" err="1"/>
              <a:t>got</a:t>
            </a:r>
            <a:r>
              <a:rPr lang="de-DE" dirty="0"/>
              <a:t> a </a:t>
            </a:r>
            <a:r>
              <a:rPr lang="de-DE" dirty="0" err="1"/>
              <a:t>video</a:t>
            </a:r>
            <a:r>
              <a:rPr lang="de-DE" dirty="0"/>
              <a:t>?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B722F5-300D-D961-E984-BFFE3CCD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9110680-7D80-41F3-804A-113A4CB11D73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721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2FD691-C408-6BE0-1880-D8CD388B0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Sources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80C123-D670-BDB6-9533-6913E04AF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pictures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taken</a:t>
            </a:r>
            <a:r>
              <a:rPr lang="de-DE" dirty="0"/>
              <a:t> form </a:t>
            </a:r>
            <a:r>
              <a:rPr lang="de-DE" dirty="0" err="1"/>
              <a:t>the</a:t>
            </a:r>
            <a:r>
              <a:rPr lang="de-DE" dirty="0"/>
              <a:t> create3 </a:t>
            </a:r>
            <a:r>
              <a:rPr lang="de-DE" dirty="0" err="1"/>
              <a:t>website</a:t>
            </a:r>
            <a:r>
              <a:rPr lang="de-DE" dirty="0"/>
              <a:t>: </a:t>
            </a:r>
            <a:r>
              <a:rPr lang="de-DE" dirty="0">
                <a:hlinkClick r:id="rId2"/>
              </a:rPr>
              <a:t>Create® 3 Docs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A105F-4AC2-8B21-E148-F45EFDB7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5E3BD6-493E-4773-AC13-EE70A9E3F498}" type="datetime1">
              <a:rPr lang="de-DE" smtClean="0"/>
              <a:t>27.04.2026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498723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8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{EEC6F343-92D3-4713-BF7F-09EF27488E00}TFf0a5ceae-4542-492d-822e-d65a94fb0e1ec0f0b791_win32-a6f59072f31b</Template>
  <TotalTime>0</TotalTime>
  <Words>286</Words>
  <Application>Microsoft Office PowerPoint</Application>
  <PresentationFormat>Breitbild</PresentationFormat>
  <Paragraphs>84</Paragraphs>
  <Slides>16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Bookman Old Style</vt:lpstr>
      <vt:lpstr>Calibri</vt:lpstr>
      <vt:lpstr>Franklin Gothic Book</vt:lpstr>
      <vt:lpstr>Symbol</vt:lpstr>
      <vt:lpstr>Benutzerdefiniert</vt:lpstr>
      <vt:lpstr>Introduciton to mobile Robotics</vt:lpstr>
      <vt:lpstr>Table of Contents</vt:lpstr>
      <vt:lpstr>Project Defintion</vt:lpstr>
      <vt:lpstr>Desired Behaviour </vt:lpstr>
      <vt:lpstr>Architecture</vt:lpstr>
      <vt:lpstr>PowerPoint-Präsentation</vt:lpstr>
      <vt:lpstr>Design Decisions</vt:lpstr>
      <vt:lpstr>Design Decisions</vt:lpstr>
      <vt:lpstr>Implementation</vt:lpstr>
      <vt:lpstr>Obstacle Avoidance</vt:lpstr>
      <vt:lpstr>Manual Control</vt:lpstr>
      <vt:lpstr>Return to Dock</vt:lpstr>
      <vt:lpstr>LED Status</vt:lpstr>
      <vt:lpstr>Results</vt:lpstr>
      <vt:lpstr>Anyone got a video?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Gebauer</dc:creator>
  <cp:lastModifiedBy>Daniel Gebauer</cp:lastModifiedBy>
  <cp:revision>8</cp:revision>
  <dcterms:created xsi:type="dcterms:W3CDTF">2026-04-27T14:51:40Z</dcterms:created>
  <dcterms:modified xsi:type="dcterms:W3CDTF">2026-04-27T19:46:58Z</dcterms:modified>
</cp:coreProperties>
</file>